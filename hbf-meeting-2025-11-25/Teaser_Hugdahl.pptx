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93" r:id="rId2"/>
    <p:sldId id="2792" r:id="rId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18" autoAdjust="0"/>
    <p:restoredTop sz="94616"/>
  </p:normalViewPr>
  <p:slideViewPr>
    <p:cSldViewPr snapToGrid="0">
      <p:cViewPr varScale="1">
        <p:scale>
          <a:sx n="199" d="100"/>
          <a:sy n="199" d="100"/>
        </p:scale>
        <p:origin x="17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neth Jan Hugdahl" userId="f83d311f-d74d-4d68-82f4-210a0d5c2811" providerId="ADAL" clId="{3CCC25B6-600A-4E5A-BEA1-A89A000E3D1E}"/>
    <pc:docChg chg="delSld modSld">
      <pc:chgData name="Kenneth Jan Hugdahl" userId="f83d311f-d74d-4d68-82f4-210a0d5c2811" providerId="ADAL" clId="{3CCC25B6-600A-4E5A-BEA1-A89A000E3D1E}" dt="2025-11-11T09:25:33.755" v="23" actId="12"/>
      <pc:docMkLst>
        <pc:docMk/>
      </pc:docMkLst>
      <pc:sldChg chg="del">
        <pc:chgData name="Kenneth Jan Hugdahl" userId="f83d311f-d74d-4d68-82f4-210a0d5c2811" providerId="ADAL" clId="{3CCC25B6-600A-4E5A-BEA1-A89A000E3D1E}" dt="2025-11-11T09:17:48.626" v="7" actId="47"/>
        <pc:sldMkLst>
          <pc:docMk/>
          <pc:sldMk cId="0" sldId="294"/>
        </pc:sldMkLst>
      </pc:sldChg>
      <pc:sldChg chg="modSp mod">
        <pc:chgData name="Kenneth Jan Hugdahl" userId="f83d311f-d74d-4d68-82f4-210a0d5c2811" providerId="ADAL" clId="{3CCC25B6-600A-4E5A-BEA1-A89A000E3D1E}" dt="2025-11-11T09:25:33.755" v="23" actId="12"/>
        <pc:sldMkLst>
          <pc:docMk/>
          <pc:sldMk cId="312304787" sldId="2792"/>
        </pc:sldMkLst>
        <pc:spChg chg="mod">
          <ac:chgData name="Kenneth Jan Hugdahl" userId="f83d311f-d74d-4d68-82f4-210a0d5c2811" providerId="ADAL" clId="{3CCC25B6-600A-4E5A-BEA1-A89A000E3D1E}" dt="2025-11-11T09:25:33.755" v="23" actId="12"/>
          <ac:spMkLst>
            <pc:docMk/>
            <pc:sldMk cId="312304787" sldId="2792"/>
            <ac:spMk id="3" creationId="{17908386-855B-D877-FEB7-15716795D4A2}"/>
          </ac:spMkLst>
        </pc:spChg>
        <pc:spChg chg="mod">
          <ac:chgData name="Kenneth Jan Hugdahl" userId="f83d311f-d74d-4d68-82f4-210a0d5c2811" providerId="ADAL" clId="{3CCC25B6-600A-4E5A-BEA1-A89A000E3D1E}" dt="2025-11-11T09:25:07.781" v="20" actId="113"/>
          <ac:spMkLst>
            <pc:docMk/>
            <pc:sldMk cId="312304787" sldId="2792"/>
            <ac:spMk id="8" creationId="{9E5B23D2-EF1B-A62B-B405-EDCF0569CD33}"/>
          </ac:spMkLst>
        </pc:spChg>
      </pc:sldChg>
      <pc:sldChg chg="addSp modSp mod">
        <pc:chgData name="Kenneth Jan Hugdahl" userId="f83d311f-d74d-4d68-82f4-210a0d5c2811" providerId="ADAL" clId="{3CCC25B6-600A-4E5A-BEA1-A89A000E3D1E}" dt="2025-11-11T09:18:19.475" v="10" actId="1076"/>
        <pc:sldMkLst>
          <pc:docMk/>
          <pc:sldMk cId="797950809" sldId="2793"/>
        </pc:sldMkLst>
        <pc:spChg chg="add mod">
          <ac:chgData name="Kenneth Jan Hugdahl" userId="f83d311f-d74d-4d68-82f4-210a0d5c2811" providerId="ADAL" clId="{3CCC25B6-600A-4E5A-BEA1-A89A000E3D1E}" dt="2025-11-11T09:18:19.475" v="10" actId="1076"/>
          <ac:spMkLst>
            <pc:docMk/>
            <pc:sldMk cId="797950809" sldId="2793"/>
            <ac:spMk id="3" creationId="{EEB7A4E0-49AC-6AFF-413A-F4EFBEA11F6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FB1F8-9AA4-4F52-821B-9FAB1DA0C511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A564B-91FB-4D70-962A-00310E1DB93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37499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DCB80A4-65C1-69E4-D0D8-F65CC4A38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22074579-2DB6-C709-8C2D-1B7F257B8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7D9D29A-97B1-579A-1279-B2C1C119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79AC232-55AC-12A8-F642-1AC9FCDF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BDD9042-CDA1-6D3B-71CC-0BC99556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7171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FD3217D-FBC1-E63D-1448-0A5F6B99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B0EDA59-4D66-78C8-EAF7-9D6EB9FFE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067CCB7-FD29-FC98-1AB0-DA538DBD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6EFB98F-BFF9-08F5-3D23-F8BA4E50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4D9D649-1515-6A60-77ED-684BE0622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05246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0CF1CCB-84CF-37B4-6FCE-318504253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CE401390-C121-A4F2-3552-349566681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92BFF83-8CCF-48E6-43E9-DA7810CE5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E49A745-9B78-AF21-9179-57B0AC0D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C5FFDFB-DD04-0847-2645-7666A9784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6452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9D9BB5E-4E20-314D-A331-DA3296FF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FCBB5B4-5C59-C5E6-89BA-11E4B3D165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56D2F64-9994-2AAA-0722-94F285D24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0099EDE-38FB-5585-B18F-B24F823D4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2FAFE89-C778-1C47-C0EA-79D4515B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6EBFFCF-E850-1C4B-5DA2-8D1693E5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9057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83A3344-419F-9DEB-CA8D-AAF5692EB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89A6DFC-D339-884D-FDA1-4F56B87E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5A2B198E-EFBF-D6A5-926D-91B00B977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FB8C0925-1EEA-3A13-A103-5412047F9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6CDA8A17-477B-10D8-0A87-DD06BAF5E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56CCC425-404F-C65F-DDB9-F3950F149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CA882E9B-6CE5-6DB9-7061-D5592AAE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2748BA3-314E-39C0-23CE-C6205048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0388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9FA41CC-8E5E-6EA5-ADC8-55E604C63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C049D753-148E-C1BE-EA16-5B582FB2F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DE177E1D-1979-3A01-C542-65D839E0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8EFED0F2-8F4B-3B8C-D416-7DE3D156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90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D07DF878-59FA-F328-858A-7567A59E6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E600A5CB-4AF1-F712-AFD0-A8BB70C3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86F8A83-A944-DB99-F867-9EF003C8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15616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61AF9F8-24DE-E940-249C-2E74B375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D2EA31B-CD49-6DC0-3F9B-F7CBE3D21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E3ACD91C-56A3-3D2A-E0E8-4407CA839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AD5E5BAD-F897-9AA1-4B92-A821E57A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B6AF3DB-0B82-53DE-B794-315B56DE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AF9B4068-7984-9638-CCDD-AFD879C3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18054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A084A4B-9DBC-8B12-3B81-BE6E3590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DDCAA582-55E9-0F7D-F988-596EDA702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A6D6C2C-85A1-BA0D-3E3A-ED39C0E12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EFF4B97-C7C7-D581-CE3B-1E6EFF85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91B2668-AB74-13EB-BEBD-ECDBA630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048C53C-2E00-1FAE-DE2B-B09F64BE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072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2935040-232E-37C1-00C7-800E12D1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FFF56D93-9DEA-FD7E-3F91-4EF80FCCB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5F27497-2E4A-DC33-EB47-87A5566F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58FBDDF-AC01-28CE-E5FC-164660FCA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34E4660-939D-DEE6-07AC-AA6D803F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31063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25882885-2E0F-0A37-A42F-A6A465B1A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7FCAB936-7A3F-9F03-7F24-A8B609E7B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B703EDC-7978-C35A-E62A-E4C3BBD4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17303B9-EF3E-05D2-0739-CB44EF86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3AF5081-4929-0950-7188-B5D8F943C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52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A113B72D-B341-6A55-3C0C-C9ADDC45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06671BC-B1DE-44A4-C1ED-3EBBA273D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C613354-C7C8-4BC9-10B5-1B89206C2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949AF-4279-4976-85B0-6036425D6B64}" type="datetimeFigureOut">
              <a:rPr lang="nb-NO" smtClean="0"/>
              <a:t>11.11.2025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69E9F03-16DC-677C-01E5-419515E55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F4134E7-96BC-FCE4-2A32-A976B5170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F33B3-F1D0-42A8-8881-CE84F398FAB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71548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>
            <a:extLst>
              <a:ext uri="{FF2B5EF4-FFF2-40B4-BE49-F238E27FC236}">
                <a16:creationId xmlns:a16="http://schemas.microsoft.com/office/drawing/2014/main" id="{2DFC3327-5463-F43D-4FC1-45328D6A9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56" y="278781"/>
            <a:ext cx="11775844" cy="5977053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EEB7A4E0-49AC-6AFF-413A-F4EFBEA11F68}"/>
              </a:ext>
            </a:extLst>
          </p:cNvPr>
          <p:cNvSpPr txBox="1"/>
          <p:nvPr/>
        </p:nvSpPr>
        <p:spPr>
          <a:xfrm>
            <a:off x="723899" y="401419"/>
            <a:ext cx="5264381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+mn-lt"/>
                <a:cs typeface="Times New Roman" panose="02020603050405020304" pitchFamily="18" charset="0"/>
              </a:rPr>
              <a:t>K</a:t>
            </a:r>
            <a:r>
              <a:rPr lang="nb-NO" sz="2000" b="1" dirty="0" err="1">
                <a:latin typeface="+mn-lt"/>
              </a:rPr>
              <a:t>enneth</a:t>
            </a:r>
            <a:r>
              <a:rPr lang="nb-NO" sz="2000" b="1" dirty="0">
                <a:latin typeface="+mn-lt"/>
              </a:rPr>
              <a:t> Hugdahl, prof. emeritus</a:t>
            </a:r>
          </a:p>
          <a:p>
            <a:pPr algn="ctr">
              <a:spcBef>
                <a:spcPct val="50000"/>
              </a:spcBef>
            </a:pPr>
            <a:r>
              <a:rPr lang="nb-NO" b="1" dirty="0">
                <a:latin typeface="+mn-lt"/>
              </a:rPr>
              <a:t>Department </a:t>
            </a:r>
            <a:r>
              <a:rPr lang="nb-NO" b="1" dirty="0" err="1">
                <a:latin typeface="+mn-lt"/>
              </a:rPr>
              <a:t>Biological</a:t>
            </a:r>
            <a:r>
              <a:rPr lang="nb-NO" b="1" dirty="0">
                <a:latin typeface="+mn-lt"/>
              </a:rPr>
              <a:t> and Medical </a:t>
            </a:r>
            <a:r>
              <a:rPr lang="nb-NO" b="1" dirty="0" err="1">
                <a:latin typeface="+mn-lt"/>
              </a:rPr>
              <a:t>Psychology</a:t>
            </a:r>
            <a:r>
              <a:rPr lang="nb-NO" b="1" dirty="0">
                <a:latin typeface="+mn-lt"/>
              </a:rPr>
              <a:t> </a:t>
            </a:r>
          </a:p>
          <a:p>
            <a:pPr algn="ctr">
              <a:spcBef>
                <a:spcPct val="50000"/>
              </a:spcBef>
            </a:pPr>
            <a:r>
              <a:rPr lang="nb-NO" b="1" dirty="0">
                <a:latin typeface="+mn-lt"/>
              </a:rPr>
              <a:t>University of Bergen, Norway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547114-84F7-7B23-2734-6C82D0510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836" y="751120"/>
            <a:ext cx="108393" cy="24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50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7908386-855B-D877-FEB7-15716795D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2833556"/>
            <a:ext cx="9467849" cy="14475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/>
              <a:t>1. “What is consciousness” (as I see it)</a:t>
            </a:r>
          </a:p>
          <a:p>
            <a:pPr marL="0" indent="0">
              <a:buNone/>
            </a:pPr>
            <a:r>
              <a:rPr lang="en-US" sz="3600" b="1" dirty="0"/>
              <a:t>2. Consciousness, cognition, and the brain</a:t>
            </a:r>
          </a:p>
          <a:p>
            <a:pPr marL="0" indent="0">
              <a:buNone/>
            </a:pPr>
            <a:r>
              <a:rPr lang="en-US" sz="3600" b="1" dirty="0"/>
              <a:t>3. Consciousness, AI and intelligence</a:t>
            </a:r>
            <a:endParaRPr lang="nb-NO" sz="3600" b="1" dirty="0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E798002F-4E59-D59C-7AE1-FA3B5406352A}"/>
              </a:ext>
            </a:extLst>
          </p:cNvPr>
          <p:cNvSpPr txBox="1"/>
          <p:nvPr/>
        </p:nvSpPr>
        <p:spPr>
          <a:xfrm>
            <a:off x="4397775" y="585699"/>
            <a:ext cx="2798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4409FF"/>
                </a:solidFill>
              </a:rPr>
              <a:t>Overview</a:t>
            </a:r>
            <a:endParaRPr lang="nb-NO" sz="4000" b="1" dirty="0">
              <a:solidFill>
                <a:srgbClr val="4409FF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9E5B23D2-EF1B-A62B-B405-EDCF0569CD33}"/>
              </a:ext>
            </a:extLst>
          </p:cNvPr>
          <p:cNvSpPr txBox="1"/>
          <p:nvPr/>
        </p:nvSpPr>
        <p:spPr>
          <a:xfrm>
            <a:off x="2324816" y="1709627"/>
            <a:ext cx="85051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Some personal reflections (actually speculations) on consciousness</a:t>
            </a:r>
          </a:p>
          <a:p>
            <a:r>
              <a:rPr lang="en-US" sz="2000" b="1" dirty="0"/>
              <a:t>In my presentation I will address three main topics:</a:t>
            </a:r>
            <a:endParaRPr lang="nb-NO" sz="2000" b="1" dirty="0"/>
          </a:p>
        </p:txBody>
      </p:sp>
    </p:spTree>
    <p:extLst>
      <p:ext uri="{BB962C8B-B14F-4D97-AF65-F5344CB8AC3E}">
        <p14:creationId xmlns:p14="http://schemas.microsoft.com/office/powerpoint/2010/main" val="31230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48a24bc-a98d-4025-9c60-48c19a142069}" enabled="0" method="" siteId="{648a24bc-a98d-4025-9c60-48c19a14206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66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Office-tema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Kenneth Jan Hugdahl</dc:creator>
  <cp:lastModifiedBy>Arvid Lundervold</cp:lastModifiedBy>
  <cp:revision>2</cp:revision>
  <dcterms:created xsi:type="dcterms:W3CDTF">2025-11-11T09:05:00Z</dcterms:created>
  <dcterms:modified xsi:type="dcterms:W3CDTF">2025-11-11T11:52:58Z</dcterms:modified>
</cp:coreProperties>
</file>